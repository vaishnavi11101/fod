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68" r:id="rId4"/>
    <p:sldId id="369" r:id="rId5"/>
    <p:sldId id="370" r:id="rId6"/>
    <p:sldId id="375" r:id="rId7"/>
    <p:sldId id="372" r:id="rId8"/>
    <p:sldId id="374" r:id="rId9"/>
    <p:sldId id="373" r:id="rId10"/>
    <p:sldId id="3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Foreign Object Debris Detection and Classification Using Deep Learning</a:t>
            </a:r>
            <a:endParaRPr lang="en-IN" sz="4000" b="1" dirty="0">
              <a:solidFill>
                <a:srgbClr val="7030A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550545" y="5184140"/>
            <a:ext cx="4188460" cy="101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Dr.R.Priyadharshini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Professor</a:t>
            </a: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6725285" y="5184140"/>
            <a:ext cx="5221605" cy="143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Maiyazhagan V (221801032)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Santhosh V (221801047)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Vaishnavi S (221801059)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</a:t>
            </a:r>
            <a:r>
              <a:rPr lang="en-US" alt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Artificial Intelligence and Data Science</a:t>
            </a:r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5" y="1492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FOD causes engine failure, tire bursts, structural damage</a:t>
            </a:r>
          </a:p>
          <a:p>
            <a:pPr algn="l">
              <a:lnSpc>
                <a:spcPct val="150000"/>
              </a:lnSpc>
              <a:buSzTx/>
              <a:buFont typeface="Wingdings" panose="05000000000000000000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Airports face &gt;$4B annual losses due to FOD incidents</a:t>
            </a:r>
          </a:p>
          <a:p>
            <a:pPr algn="l">
              <a:lnSpc>
                <a:spcPct val="150000"/>
              </a:lnSpc>
              <a:buSzTx/>
              <a:buFont typeface="Wingdings" panose="05000000000000000000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inspections are slow, inconsistent, weather-dependent</a:t>
            </a:r>
          </a:p>
          <a:p>
            <a:pPr algn="l">
              <a:lnSpc>
                <a:spcPct val="150000"/>
              </a:lnSpc>
              <a:buSzTx/>
              <a:buFont typeface="Wingdings" panose="05000000000000000000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CCTV/radar fail with small, fast-moving or low-contrast debris</a:t>
            </a:r>
          </a:p>
          <a:p>
            <a:pPr algn="l">
              <a:lnSpc>
                <a:spcPct val="150000"/>
              </a:lnSpc>
              <a:buSzTx/>
              <a:buFont typeface="Wingdings" panose="05000000000000000000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automated, accurate, real-time detection system</a:t>
            </a:r>
          </a:p>
          <a:p>
            <a:pPr algn="l">
              <a:lnSpc>
                <a:spcPct val="150000"/>
              </a:lnSpc>
              <a:buSzTx/>
              <a:buFont typeface="Wingdings" panose="05000000000000000000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24/7 runway safety and faster response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/>
              <a:t>End Sem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Existing System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Manual runway patrols and visual inspections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High dependency on human accuracy and lighting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 real-time detection, no hazard identification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Mechanical sweepers cannot detect or classify debris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Radar systems: costly, weather-sensitive, low resolution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Existing CV methods fail in shadows, fog, illumination changes</a:t>
            </a:r>
            <a: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/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Automate FOD detection using Deep Learning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Classify debris into Living / Non-Living categories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Further classify Non-Living into Hazardous / Non-Hazardous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Integrate YOLOv8, SSD and Faster R-CNN for optimal results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Enable real-time monitoring with GUI and alerts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Ensure robustness under diverse lighting and weather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 human effort and improve runway safety</a:t>
            </a:r>
            <a: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/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FOD poses major safety hazards in modern aviation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system uses YOLOv8, SSD and Faster R-CNN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Detects and classifies objects from live runway streams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YOLOv8 → real-time speed; Faster R-CNN → high accuracy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Classifies debris into living/non-living and hazard levels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Enhances safety, minimizes manual dependence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Scalable for continuous 24/7 runway monitoring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A</a:t>
            </a:r>
            <a:r>
              <a:rPr lang="en-US" altLang="en-IN" sz="3200" b="1" dirty="0" err="1" smtClean="0">
                <a:solidFill>
                  <a:srgbClr val="FF0000"/>
                </a:solidFill>
              </a:rPr>
              <a:t>rchitecture</a:t>
            </a:r>
            <a:r>
              <a:rPr lang="en-US" altLang="en-IN" sz="3200" b="1" dirty="0">
                <a:solidFill>
                  <a:srgbClr val="FF0000"/>
                </a:solidFill>
              </a:rPr>
              <a:t> </a:t>
            </a:r>
            <a:r>
              <a:rPr lang="en-US" altLang="en-IN" sz="3200" b="1" dirty="0" smtClean="0">
                <a:solidFill>
                  <a:srgbClr val="FF0000"/>
                </a:solidFill>
              </a:rPr>
              <a:t>Diagram</a:t>
            </a:r>
            <a:endParaRPr lang="en-US" alt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/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097" y="1752600"/>
            <a:ext cx="7863840" cy="44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44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A</a:t>
            </a:r>
            <a:r>
              <a:rPr lang="en-US" altLang="en-IN" sz="3200" b="1" dirty="0">
                <a:solidFill>
                  <a:srgbClr val="FF0000"/>
                </a:solidFill>
              </a:rPr>
              <a:t>rchitecture(framework)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Layer: Live runway video/camera feeds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Preprocessing: Resizing, normalization, noise removal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Detection Models: YOLOv8, SSD, Faster R-CNN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Classification Module: Living/Non-living + hazard scoring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Alert Module: Audio-visual warning system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Visualization: GUI with bounding boxes and labels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Storage Layer: Logs detections for reporting &amp; analysis</a:t>
            </a:r>
            <a: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/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63831"/>
            <a:ext cx="10668000" cy="1216025"/>
          </a:xfrm>
        </p:spPr>
        <p:txBody>
          <a:bodyPr/>
          <a:lstStyle/>
          <a:p>
            <a:r>
              <a:rPr lang="en-US" altLang="en-IN" sz="3200" b="1" dirty="0">
                <a:solidFill>
                  <a:srgbClr val="FF0000"/>
                </a:solidFill>
              </a:rPr>
              <a:t>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446" y="1784985"/>
            <a:ext cx="10668000" cy="4267200"/>
          </a:xfrm>
        </p:spPr>
        <p:txBody>
          <a:bodyPr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Dataset Collection: Runway images with varied debris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Preprocessing: Resize, augment, normalize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YOLOv8 Module: High FPS, real-time performance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SSD Module: Lightweight, balanced accuracy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Faster R-CNN Module: Small/occluded object accuracy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Hazard Classification: Living / Non-Living / Risk Level</a:t>
            </a: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Alert &amp; Visualization: GUI, bounding boxes, alerts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/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charset="0"/>
              <a:buChar char="o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proposed system successfully automates Foreign Object Debris (FOD) detection on airport runways using deep learning.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Integration of YOLOv8, SSD, and Faster R-CNN provides an effective balance between real-time speed and high accuracy.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system accurately detects and classifies debris into Living, Non-Living, Hazardous, and Non-Hazardous categories.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approach significantly reduces manual inspection effort, improves consistency, and ensures 24/7 surveillance capability.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Overall, the solution improves runway safety, reduces operational risks, and offers a scalable framework for modern airport environment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10</a:t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IN">
                <a:sym typeface="+mn-ea"/>
              </a:rPr>
              <a:t>End Sem</a:t>
            </a:r>
            <a:endParaRPr lang="en-US" altLang="en-IN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9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551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Existing System</vt:lpstr>
      <vt:lpstr>Objectives</vt:lpstr>
      <vt:lpstr>Abstract</vt:lpstr>
      <vt:lpstr>Architecture Diagram</vt:lpstr>
      <vt:lpstr>Architecture(framework)</vt:lpstr>
      <vt:lpstr>Module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Dell</cp:lastModifiedBy>
  <cp:revision>10</cp:revision>
  <dcterms:created xsi:type="dcterms:W3CDTF">2025-11-22T14:54:00Z</dcterms:created>
  <dcterms:modified xsi:type="dcterms:W3CDTF">2025-11-26T18:25:59Z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7C434E882BA743D0A33859042743AD6B_13</vt:lpwstr>
  </property>
</Properties>
</file>